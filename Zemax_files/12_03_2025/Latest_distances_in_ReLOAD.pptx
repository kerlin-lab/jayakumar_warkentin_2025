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4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D57B8-320C-4EE7-8F88-B81F304E809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B5D89-823D-480A-92D8-40D5D75F2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5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B183-AD61-4485-B0EB-1BCCCD8D4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92D92-0AEB-4E13-A1FD-D5900CBC8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45B59-68D6-43D8-818D-724E388E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9E1A-8D84-40C2-8B37-7A2A46CF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316CF-19DE-487E-977E-E2079B5C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56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403D-4F42-402D-8AEC-2529777B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CCD3E-0488-4AB5-8CE1-E14B02E29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F08EC-B297-4056-AFF0-B7FA91AEA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0FBD5-502B-474C-BB74-70B8594A2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2C71-ACDE-4A73-B8B6-5D4192C8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4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783F-EEDE-499C-BD90-FEE9202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83FCE-1C40-4C3F-A692-91728B182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74929-7D81-497D-A55F-F92DDE0B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D753E-70BA-4488-A0F3-3CE48CD5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1F894-B050-4FFD-A1E9-BA71E705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256-F053-490D-81CF-AED869A46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D30FE-B078-42A1-92AA-6B3FB4023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F0BC8-073D-4DF2-AF07-7D857355F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99B2B-D7CA-4C8C-9C64-1ED08852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2EE80-4455-4548-BA6C-65303AE9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B9936-8C03-409C-9956-5EFCB4521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5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E0EA8-1033-4F5C-8677-8989198B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FE98B-6DAF-45E2-98A7-F4ABA1CCD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FA47-AB5D-472E-AC6D-08D9C349E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B5276-06A3-4A2A-9B72-74C28092B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79AF8-BD2C-4F00-B4E7-E503CD35E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EED80-5400-4B47-8EA5-E24ECD88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3D165-1944-4D15-B527-E2423CA1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9485E-648C-460A-B82D-D1994FA3E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3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A022-712C-492D-9303-310DA9E5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CF0AC-8EBF-4484-8C9B-94C0EA86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D28DD-4852-449D-B5D5-DD334FC1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C72B9-11D6-420E-810C-58CE1B47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4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F6F6D-DE18-446A-BAF6-1EEE745D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16ECC-B1C5-43F5-AA5D-0BE842A80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8A785-F647-4ED1-B9D4-E75820A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9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74BE-D2FF-4F31-9723-9D6FA54C0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E2DA4-6B19-48FC-8B22-4E9498AE4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AB47C-F727-45B6-A715-BCCFA2C11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075AC-30D9-4278-941E-54E73571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D00CB-EBB3-48ED-9E0D-13022DED6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4996E-2B9C-438E-B8EB-696EFDA5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9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E63D3-EA36-48A4-93D6-18BF5C7B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0571A-FC10-4C6E-AE24-49AC4B04D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E4F4B-CBAD-4958-B091-A50B91D75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82442-D2D3-4805-A1B6-161F2FEB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6929A-9404-4B98-922A-D0B6A909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5E0F2-0FB2-4A36-BAF5-E1FF0270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0EB7A-01D2-4F4A-845F-79660A0F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13937-3CC0-4E9A-9E41-038AD0EF1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66686-0213-44CC-9445-36CD8F4C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C94D6-4206-49AF-B6B6-973C12CD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6DECF-755F-427D-9076-62326A4E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2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D56B3-22E4-433A-ABC8-2E72AAF73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D9CE3-A44A-4CC7-BE72-D2964FCA8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53219-EF6B-47F8-8805-6C897222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B3BA6-8CF7-411B-BF41-57797C146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7A92E-FCCC-42FB-AE4A-E971BCD3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6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C2055-055E-47BC-AF2F-C28D43EB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E418F-74EC-46C8-BF5D-438AFC21C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AD3E6-32AE-4A7E-8922-B27451263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E861A-2416-4C88-9390-4B8E0FF7629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32740-D699-4E6A-B304-05E93C58B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2E3A7-B15B-435D-9215-450A47CB5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3C1A6-BACE-47EA-A688-A8FDF140E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1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3C6EBD-CC8B-430E-BB8A-3FBF8477D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Re-do with new </a:t>
            </a:r>
            <a:r>
              <a:rPr lang="en-US" dirty="0" err="1"/>
              <a:t>KTN+cyl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0B0199-DC23-4971-8EE3-4AD535245B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7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84C45-D243-4835-8D48-02CA8010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Distances in </a:t>
            </a:r>
            <a:r>
              <a:rPr lang="en-US" dirty="0" err="1"/>
              <a:t>ReLOAD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B1F7E1-9720-4306-B051-54C4E465FEFA}"/>
              </a:ext>
            </a:extLst>
          </p:cNvPr>
          <p:cNvSpPr/>
          <p:nvPr/>
        </p:nvSpPr>
        <p:spPr>
          <a:xfrm>
            <a:off x="2379079" y="2785158"/>
            <a:ext cx="607671" cy="128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6B621-B890-4867-BAE7-0AC0AF8997D5}"/>
              </a:ext>
            </a:extLst>
          </p:cNvPr>
          <p:cNvSpPr/>
          <p:nvPr/>
        </p:nvSpPr>
        <p:spPr>
          <a:xfrm>
            <a:off x="4958787" y="2785158"/>
            <a:ext cx="607671" cy="128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2836DF-0E11-4ABE-880B-D7960421D8BB}"/>
              </a:ext>
            </a:extLst>
          </p:cNvPr>
          <p:cNvSpPr/>
          <p:nvPr/>
        </p:nvSpPr>
        <p:spPr>
          <a:xfrm>
            <a:off x="6812183" y="2785158"/>
            <a:ext cx="607671" cy="128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42CF1-9F4B-4B00-93D3-0E37DBF333DC}"/>
              </a:ext>
            </a:extLst>
          </p:cNvPr>
          <p:cNvSpPr/>
          <p:nvPr/>
        </p:nvSpPr>
        <p:spPr>
          <a:xfrm>
            <a:off x="9391891" y="2785158"/>
            <a:ext cx="607671" cy="128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43EAA3-BB20-448C-AD29-0CD96E4E778C}"/>
              </a:ext>
            </a:extLst>
          </p:cNvPr>
          <p:cNvCxnSpPr>
            <a:cxnSpLocks/>
          </p:cNvCxnSpPr>
          <p:nvPr/>
        </p:nvCxnSpPr>
        <p:spPr>
          <a:xfrm>
            <a:off x="1747294" y="3110696"/>
            <a:ext cx="0" cy="61924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B2BF5A-F773-4BF8-9E1F-AD9463F979AC}"/>
              </a:ext>
            </a:extLst>
          </p:cNvPr>
          <p:cNvCxnSpPr>
            <a:cxnSpLocks/>
          </p:cNvCxnSpPr>
          <p:nvPr/>
        </p:nvCxnSpPr>
        <p:spPr>
          <a:xfrm flipH="1">
            <a:off x="10586026" y="3110696"/>
            <a:ext cx="41115" cy="5951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DCEDCD-97D1-4669-A151-D4F59D2C4B99}"/>
              </a:ext>
            </a:extLst>
          </p:cNvPr>
          <p:cNvCxnSpPr>
            <a:cxnSpLocks/>
          </p:cNvCxnSpPr>
          <p:nvPr/>
        </p:nvCxnSpPr>
        <p:spPr>
          <a:xfrm>
            <a:off x="3974302" y="2494344"/>
            <a:ext cx="0" cy="1869311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3512EF-A53C-465E-98E2-60A1400F827E}"/>
              </a:ext>
            </a:extLst>
          </p:cNvPr>
          <p:cNvCxnSpPr>
            <a:cxnSpLocks/>
          </p:cNvCxnSpPr>
          <p:nvPr/>
        </p:nvCxnSpPr>
        <p:spPr>
          <a:xfrm>
            <a:off x="8407406" y="2497237"/>
            <a:ext cx="0" cy="1869311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614B09C-3005-4538-8756-45EC9B93525A}"/>
              </a:ext>
            </a:extLst>
          </p:cNvPr>
          <p:cNvCxnSpPr/>
          <p:nvPr/>
        </p:nvCxnSpPr>
        <p:spPr>
          <a:xfrm flipH="1">
            <a:off x="3044141" y="3110696"/>
            <a:ext cx="844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916B12-DDB5-4662-B23B-F4BFDFE41666}"/>
              </a:ext>
            </a:extLst>
          </p:cNvPr>
          <p:cNvCxnSpPr>
            <a:cxnSpLocks/>
          </p:cNvCxnSpPr>
          <p:nvPr/>
        </p:nvCxnSpPr>
        <p:spPr>
          <a:xfrm flipH="1">
            <a:off x="1805651" y="3110696"/>
            <a:ext cx="528576" cy="263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2A38D7-B0EE-4D78-A2F3-3FA896576E69}"/>
              </a:ext>
            </a:extLst>
          </p:cNvPr>
          <p:cNvCxnSpPr>
            <a:cxnSpLocks/>
          </p:cNvCxnSpPr>
          <p:nvPr/>
        </p:nvCxnSpPr>
        <p:spPr>
          <a:xfrm>
            <a:off x="1822425" y="3420319"/>
            <a:ext cx="528576" cy="263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2E1D94-00E6-4509-AFCB-D2232F07F46E}"/>
              </a:ext>
            </a:extLst>
          </p:cNvPr>
          <p:cNvCxnSpPr>
            <a:cxnSpLocks/>
          </p:cNvCxnSpPr>
          <p:nvPr/>
        </p:nvCxnSpPr>
        <p:spPr>
          <a:xfrm>
            <a:off x="3044141" y="3683643"/>
            <a:ext cx="844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0AAF82-C3EF-4C79-9800-207769B3CCB2}"/>
              </a:ext>
            </a:extLst>
          </p:cNvPr>
          <p:cNvCxnSpPr>
            <a:cxnSpLocks/>
          </p:cNvCxnSpPr>
          <p:nvPr/>
        </p:nvCxnSpPr>
        <p:spPr>
          <a:xfrm>
            <a:off x="4058855" y="3683643"/>
            <a:ext cx="844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994FE1-BFB6-40B4-84F3-7CDD65C6C9B3}"/>
              </a:ext>
            </a:extLst>
          </p:cNvPr>
          <p:cNvCxnSpPr>
            <a:cxnSpLocks/>
          </p:cNvCxnSpPr>
          <p:nvPr/>
        </p:nvCxnSpPr>
        <p:spPr>
          <a:xfrm flipV="1">
            <a:off x="5621437" y="3110696"/>
            <a:ext cx="1120816" cy="59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0F757E-889C-4772-9454-8D874632BDD8}"/>
              </a:ext>
            </a:extLst>
          </p:cNvPr>
          <p:cNvCxnSpPr>
            <a:cxnSpLocks/>
          </p:cNvCxnSpPr>
          <p:nvPr/>
        </p:nvCxnSpPr>
        <p:spPr>
          <a:xfrm>
            <a:off x="7463741" y="3054751"/>
            <a:ext cx="844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32503C6-5BE2-4DE2-B866-03BC7E8D9599}"/>
              </a:ext>
            </a:extLst>
          </p:cNvPr>
          <p:cNvCxnSpPr>
            <a:cxnSpLocks/>
          </p:cNvCxnSpPr>
          <p:nvPr/>
        </p:nvCxnSpPr>
        <p:spPr>
          <a:xfrm>
            <a:off x="8490030" y="3054751"/>
            <a:ext cx="844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1765390-7988-48E3-95D6-96E9F5B8930A}"/>
              </a:ext>
            </a:extLst>
          </p:cNvPr>
          <p:cNvCxnSpPr>
            <a:cxnSpLocks/>
          </p:cNvCxnSpPr>
          <p:nvPr/>
        </p:nvCxnSpPr>
        <p:spPr>
          <a:xfrm>
            <a:off x="10040676" y="3110696"/>
            <a:ext cx="528576" cy="263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62D3A5-10D7-4E7D-B91F-A8A6B14687E5}"/>
              </a:ext>
            </a:extLst>
          </p:cNvPr>
          <p:cNvCxnSpPr>
            <a:cxnSpLocks/>
          </p:cNvCxnSpPr>
          <p:nvPr/>
        </p:nvCxnSpPr>
        <p:spPr>
          <a:xfrm flipH="1">
            <a:off x="10024312" y="3420319"/>
            <a:ext cx="536963" cy="167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036D79E-5DA1-4F19-ADE5-394D4FF04389}"/>
              </a:ext>
            </a:extLst>
          </p:cNvPr>
          <p:cNvCxnSpPr>
            <a:cxnSpLocks/>
          </p:cNvCxnSpPr>
          <p:nvPr/>
        </p:nvCxnSpPr>
        <p:spPr>
          <a:xfrm flipH="1">
            <a:off x="8490030" y="3588152"/>
            <a:ext cx="844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95597AC-82F1-4D80-A70F-535EE247CB4D}"/>
              </a:ext>
            </a:extLst>
          </p:cNvPr>
          <p:cNvCxnSpPr>
            <a:cxnSpLocks/>
          </p:cNvCxnSpPr>
          <p:nvPr/>
        </p:nvCxnSpPr>
        <p:spPr>
          <a:xfrm flipH="1">
            <a:off x="7463741" y="3588152"/>
            <a:ext cx="844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0B854A-25B6-43EF-BB8D-109B2B180AFB}"/>
              </a:ext>
            </a:extLst>
          </p:cNvPr>
          <p:cNvCxnSpPr>
            <a:cxnSpLocks/>
          </p:cNvCxnSpPr>
          <p:nvPr/>
        </p:nvCxnSpPr>
        <p:spPr>
          <a:xfrm flipH="1" flipV="1">
            <a:off x="5607572" y="3242358"/>
            <a:ext cx="1134681" cy="324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3A0AFD-55DC-498E-9412-787D0696782E}"/>
              </a:ext>
            </a:extLst>
          </p:cNvPr>
          <p:cNvCxnSpPr>
            <a:cxnSpLocks/>
          </p:cNvCxnSpPr>
          <p:nvPr/>
        </p:nvCxnSpPr>
        <p:spPr>
          <a:xfrm flipH="1">
            <a:off x="4058855" y="3242358"/>
            <a:ext cx="844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A504A6-0CAE-4AE0-A8D8-02A58968BA17}"/>
              </a:ext>
            </a:extLst>
          </p:cNvPr>
          <p:cNvCxnSpPr>
            <a:cxnSpLocks/>
          </p:cNvCxnSpPr>
          <p:nvPr/>
        </p:nvCxnSpPr>
        <p:spPr>
          <a:xfrm>
            <a:off x="2986750" y="2206424"/>
            <a:ext cx="98755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550D0B4-04E8-49C1-B69E-0B93E0D9CE03}"/>
              </a:ext>
            </a:extLst>
          </p:cNvPr>
          <p:cNvSpPr txBox="1"/>
          <p:nvPr/>
        </p:nvSpPr>
        <p:spPr>
          <a:xfrm>
            <a:off x="3268769" y="186859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799BADB-30D2-41FC-B128-2195CCC09353}"/>
              </a:ext>
            </a:extLst>
          </p:cNvPr>
          <p:cNvCxnSpPr>
            <a:cxnSpLocks/>
          </p:cNvCxnSpPr>
          <p:nvPr/>
        </p:nvCxnSpPr>
        <p:spPr>
          <a:xfrm>
            <a:off x="1747294" y="4521844"/>
            <a:ext cx="617919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4509AD5-34F1-4EEF-A927-B3432AAF0C60}"/>
              </a:ext>
            </a:extLst>
          </p:cNvPr>
          <p:cNvSpPr txBox="1"/>
          <p:nvPr/>
        </p:nvSpPr>
        <p:spPr>
          <a:xfrm>
            <a:off x="1858182" y="452184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83D8E2F-C892-410A-AA80-0A419430CC63}"/>
              </a:ext>
            </a:extLst>
          </p:cNvPr>
          <p:cNvCxnSpPr>
            <a:cxnSpLocks/>
          </p:cNvCxnSpPr>
          <p:nvPr/>
        </p:nvCxnSpPr>
        <p:spPr>
          <a:xfrm>
            <a:off x="4003992" y="4501631"/>
            <a:ext cx="89981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D14C2A7-1728-4891-B35B-0B3B9EC1E011}"/>
              </a:ext>
            </a:extLst>
          </p:cNvPr>
          <p:cNvSpPr txBox="1"/>
          <p:nvPr/>
        </p:nvSpPr>
        <p:spPr>
          <a:xfrm>
            <a:off x="4240720" y="4501631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d2’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EE1FD58-B84A-4FFB-BDEE-ACAB93047B12}"/>
              </a:ext>
            </a:extLst>
          </p:cNvPr>
          <p:cNvSpPr/>
          <p:nvPr/>
        </p:nvSpPr>
        <p:spPr>
          <a:xfrm>
            <a:off x="6079121" y="3311324"/>
            <a:ext cx="88500" cy="186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Stored Data 55">
            <a:extLst>
              <a:ext uri="{FF2B5EF4-FFF2-40B4-BE49-F238E27FC236}">
                <a16:creationId xmlns:a16="http://schemas.microsoft.com/office/drawing/2014/main" id="{48FD1F19-E2A9-44D3-BE0C-92854CE1DDF5}"/>
              </a:ext>
            </a:extLst>
          </p:cNvPr>
          <p:cNvSpPr/>
          <p:nvPr/>
        </p:nvSpPr>
        <p:spPr>
          <a:xfrm rot="10800000">
            <a:off x="6211507" y="3209442"/>
            <a:ext cx="150289" cy="390406"/>
          </a:xfrm>
          <a:prstGeom prst="flowChartOnline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E39B0B9-3544-41E7-B328-F2DBEADB3EA8}"/>
              </a:ext>
            </a:extLst>
          </p:cNvPr>
          <p:cNvCxnSpPr>
            <a:cxnSpLocks/>
          </p:cNvCxnSpPr>
          <p:nvPr/>
        </p:nvCxnSpPr>
        <p:spPr>
          <a:xfrm>
            <a:off x="5566458" y="2646902"/>
            <a:ext cx="512663" cy="94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AA21BD7-4080-4715-8C4C-B4A8C40B34DC}"/>
              </a:ext>
            </a:extLst>
          </p:cNvPr>
          <p:cNvSpPr txBox="1"/>
          <p:nvPr/>
        </p:nvSpPr>
        <p:spPr>
          <a:xfrm>
            <a:off x="5623126" y="231158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d3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05D0891-7618-4116-B326-72FD92E440A4}"/>
              </a:ext>
            </a:extLst>
          </p:cNvPr>
          <p:cNvCxnSpPr>
            <a:cxnSpLocks/>
          </p:cNvCxnSpPr>
          <p:nvPr/>
        </p:nvCxnSpPr>
        <p:spPr>
          <a:xfrm>
            <a:off x="6357119" y="2663854"/>
            <a:ext cx="45506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0679EA50-A007-4FF1-AA39-D4E27D909B27}"/>
              </a:ext>
            </a:extLst>
          </p:cNvPr>
          <p:cNvSpPr txBox="1"/>
          <p:nvPr/>
        </p:nvSpPr>
        <p:spPr>
          <a:xfrm>
            <a:off x="6379530" y="232853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6838884-749F-46E8-9880-D8EBF4E1DFFF}"/>
              </a:ext>
            </a:extLst>
          </p:cNvPr>
          <p:cNvCxnSpPr>
            <a:cxnSpLocks/>
          </p:cNvCxnSpPr>
          <p:nvPr/>
        </p:nvCxnSpPr>
        <p:spPr>
          <a:xfrm flipH="1">
            <a:off x="6058576" y="3461674"/>
            <a:ext cx="140555" cy="4439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F1FEE58-24AA-498D-A007-F84858AE4BE3}"/>
              </a:ext>
            </a:extLst>
          </p:cNvPr>
          <p:cNvSpPr txBox="1"/>
          <p:nvPr/>
        </p:nvSpPr>
        <p:spPr>
          <a:xfrm>
            <a:off x="5834883" y="385617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d4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A4A0395-AAFE-440B-975D-D7E3E468AFE7}"/>
              </a:ext>
            </a:extLst>
          </p:cNvPr>
          <p:cNvCxnSpPr>
            <a:cxnSpLocks/>
          </p:cNvCxnSpPr>
          <p:nvPr/>
        </p:nvCxnSpPr>
        <p:spPr>
          <a:xfrm>
            <a:off x="7406808" y="2424899"/>
            <a:ext cx="98755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BFFAEEA-281E-43E8-85CD-B567B155DB54}"/>
              </a:ext>
            </a:extLst>
          </p:cNvPr>
          <p:cNvSpPr txBox="1"/>
          <p:nvPr/>
        </p:nvSpPr>
        <p:spPr>
          <a:xfrm>
            <a:off x="7688827" y="2087066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d2‘’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A54C37D-C92F-45C8-911C-CAC5E8CDB0A6}"/>
              </a:ext>
            </a:extLst>
          </p:cNvPr>
          <p:cNvCxnSpPr>
            <a:cxnSpLocks/>
          </p:cNvCxnSpPr>
          <p:nvPr/>
        </p:nvCxnSpPr>
        <p:spPr>
          <a:xfrm>
            <a:off x="8407406" y="4501631"/>
            <a:ext cx="98755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20FC2DC-4093-4BAA-A160-785D1171A86D}"/>
              </a:ext>
            </a:extLst>
          </p:cNvPr>
          <p:cNvSpPr txBox="1"/>
          <p:nvPr/>
        </p:nvSpPr>
        <p:spPr>
          <a:xfrm>
            <a:off x="8689425" y="416379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d2’’’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A1FD0E6-6D8A-4E08-BDFD-2281E8849A92}"/>
              </a:ext>
            </a:extLst>
          </p:cNvPr>
          <p:cNvCxnSpPr>
            <a:cxnSpLocks/>
          </p:cNvCxnSpPr>
          <p:nvPr/>
        </p:nvCxnSpPr>
        <p:spPr>
          <a:xfrm>
            <a:off x="10034850" y="4225510"/>
            <a:ext cx="617919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63FC3C1-F5A8-4EFE-80AB-80CC46162059}"/>
              </a:ext>
            </a:extLst>
          </p:cNvPr>
          <p:cNvSpPr txBox="1"/>
          <p:nvPr/>
        </p:nvSpPr>
        <p:spPr>
          <a:xfrm>
            <a:off x="10145738" y="4225510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d1’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F98CF8-A422-402E-A81F-5E2AD7AE28E8}"/>
              </a:ext>
            </a:extLst>
          </p:cNvPr>
          <p:cNvSpPr txBox="1"/>
          <p:nvPr/>
        </p:nvSpPr>
        <p:spPr>
          <a:xfrm>
            <a:off x="920292" y="5360046"/>
            <a:ext cx="8749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 = d1’ = 15.686 mm</a:t>
            </a:r>
            <a:br>
              <a:rPr lang="en-US" dirty="0"/>
            </a:br>
            <a:r>
              <a:rPr lang="en-US" dirty="0"/>
              <a:t>d2 = d2’ = d2’’ = d2’’’ = 25.418 mm</a:t>
            </a:r>
            <a:br>
              <a:rPr lang="en-US" dirty="0"/>
            </a:br>
            <a:r>
              <a:rPr lang="en-US" dirty="0"/>
              <a:t>d3 = 14.75 mm &lt;- This distance was not optimized in </a:t>
            </a:r>
            <a:r>
              <a:rPr lang="en-US" dirty="0" err="1"/>
              <a:t>Zemax</a:t>
            </a:r>
            <a:r>
              <a:rPr lang="en-US" dirty="0"/>
              <a:t> yet, but seems to be about right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48FAFA-6EE3-49C9-AC3A-900319C6EEF1}"/>
              </a:ext>
            </a:extLst>
          </p:cNvPr>
          <p:cNvSpPr txBox="1"/>
          <p:nvPr/>
        </p:nvSpPr>
        <p:spPr>
          <a:xfrm>
            <a:off x="7116018" y="5116001"/>
            <a:ext cx="4703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d4 = 2.27 mm</a:t>
            </a:r>
            <a:br>
              <a:rPr lang="en-US" dirty="0"/>
            </a:br>
            <a:r>
              <a:rPr lang="en-US" dirty="0"/>
              <a:t>d5 = 11.361 mm</a:t>
            </a:r>
            <a:br>
              <a:rPr lang="en-US" dirty="0"/>
            </a:b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85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75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Re-do with new KTN+cyl</vt:lpstr>
      <vt:lpstr>Distances in ReLOAD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Re-do with new KTN+cyl</dc:title>
  <dc:creator>Deano M Farinella</dc:creator>
  <cp:lastModifiedBy>Deano M Farinella</cp:lastModifiedBy>
  <cp:revision>1</cp:revision>
  <dcterms:created xsi:type="dcterms:W3CDTF">2025-12-04T02:47:31Z</dcterms:created>
  <dcterms:modified xsi:type="dcterms:W3CDTF">2025-12-04T03:11:16Z</dcterms:modified>
</cp:coreProperties>
</file>