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60"/>
  </p:normalViewPr>
  <p:slideViewPr>
    <p:cSldViewPr snapToGrid="0">
      <p:cViewPr varScale="1">
        <p:scale>
          <a:sx n="73" d="100"/>
          <a:sy n="73" d="100"/>
        </p:scale>
        <p:origin x="8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DA6C-3341-5432-9EB7-2DDD77D4C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10C02-EECF-8BCE-1F08-1ABD31D0C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15FF2-DB68-C9A6-A9A9-EDDDB8A2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76EA7-C1AA-4A9B-7234-0C50122A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C5C8-CD00-2125-C2C7-87B2F084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4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106C-D4A6-8C66-B5C9-6788869B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2513C-37F4-AD4E-D7CF-9155AB79C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C31FE-EA95-735D-C8F6-1F2EEE6E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EDBD-A8C0-A2B6-2F3A-F00050B5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C19F-7C75-E795-0311-66FBF4AE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2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737D-5FAF-433C-7AA4-AEF1B1720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8F21E-3450-7DE7-155C-E4C2028C4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ECB40-C14A-66DB-1B34-54C586BA5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77852-F1BC-C7CE-9796-5C6EA73A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49C83-58F5-81DF-6CBF-E55F80B8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7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CD7B6-0A50-5EED-7D69-0AB7E316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71DB7-115D-9FFC-6CD6-506FDD37E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EA108-8BEA-BD38-C2F6-B972DC81A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661E8-AA34-B8CD-F758-452DF813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64C42-CBDF-5374-2C6F-15743429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844A6-37E7-C43C-E42C-4942AC59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7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7BBD-33D3-4F55-6081-C6BBE653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9A6B7-9539-82A6-424D-FEA6595BB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63F62-E033-D377-1196-4F636C0A4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587FE0-3F17-DFB8-6877-6BE8F0811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8C6F73-B31F-A191-7B68-E7D0C2FFC5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9AEE3-C840-75DA-27B9-18D98C6E5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9B283-3683-09F0-1FDF-2627EE15F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7143D-D78D-7D60-652A-100291DF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3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654C-3D86-399F-0AEC-3E7FBCD1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65E41-5FBD-AE73-A237-C07FE20D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142FA-85E7-006F-2D05-B76A19D9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D071A-B422-D66C-DB48-7E10F456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5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2B6155-5D19-E4A5-98C7-D2F84D88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9EC873-EDF2-F7F6-B20A-326BAD44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E37FF-F297-907E-0621-5ADDBA0F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6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99B9-B143-B864-76A0-267672161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40C03-A100-85DD-11C6-EB7AC361A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1838B-2CEA-4913-10EA-A95F44CA0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2BB9F-381E-D0DF-DB59-5516E6C0D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E9B22-3068-5B90-97E8-BE5BC2327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31779-3A5F-5B8B-09C6-56155946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3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E33A-08E1-EE3A-669D-86C5D2A8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815BEF-4A29-571E-CAA5-8E5E60F96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B2060-FA30-A58F-2BC7-812C5F3AC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B2D56-885F-73D5-3E79-627A4E62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D3FFC-6010-F514-BB10-E35D42D7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5235F-7C65-4F3E-F73A-5513F9E5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8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7B6B-09B7-6D4E-12CB-2CC6446B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92B3A-28B3-2F50-EB94-0756BD5F3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D2E81-15AC-537A-9B9B-24178213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4F4F8-055E-4949-5103-005ED134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0F6E7-A742-703D-503A-6ED60F59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48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E9CF6-7E28-E47E-9110-E16FFD6D0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5FC08-CD7A-E9E8-4E8C-75C767B93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70AF-A2A6-D1D1-7AE0-17DB1E44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95AC-DF8C-C285-A4FF-B6E96424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235B0-F8BC-E223-1BE1-3488EC6A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32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BD662-1C1F-5CBC-779E-E095ECB4C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6B31E-9A52-BAD2-09C5-1324F9F70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29F0F-23A5-D074-9054-F2C7E482E6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C92F8-FFEF-4A56-BABC-3B18D8CDC3A5}" type="datetimeFigureOut">
              <a:rPr lang="en-US" smtClean="0"/>
              <a:t>4/8/2024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EED81-8BBA-A056-3077-A0BE81E3D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26218-139F-B482-68C0-A042FC54B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97003-78D6-481C-852B-401A0159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4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45AB1C-4801-331A-7BE7-FCEF5902E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280" y="591903"/>
            <a:ext cx="5381297" cy="2916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FDE698-2B50-EDB1-0D15-59B1AB944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280" y="3656777"/>
            <a:ext cx="5382722" cy="3201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7A5C6F-73FD-C5C5-5CEE-00496D9BAFAA}"/>
              </a:ext>
            </a:extLst>
          </p:cNvPr>
          <p:cNvSpPr txBox="1"/>
          <p:nvPr/>
        </p:nvSpPr>
        <p:spPr>
          <a:xfrm>
            <a:off x="7379029" y="0"/>
            <a:ext cx="4094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extrusions – 3.7 mm from bottom side</a:t>
            </a:r>
          </a:p>
          <a:p>
            <a:r>
              <a:rPr lang="en-US" dirty="0"/>
              <a:t>                           - 1.2 mm from top side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FF9DC1-7E2D-5936-C33B-90E8EEABC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03" y="1827437"/>
            <a:ext cx="5382722" cy="33614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0AD313-188C-8194-1532-45A29A933636}"/>
              </a:ext>
            </a:extLst>
          </p:cNvPr>
          <p:cNvSpPr txBox="1"/>
          <p:nvPr/>
        </p:nvSpPr>
        <p:spPr>
          <a:xfrm>
            <a:off x="4235669" y="998483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M25x0.75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1B49A4-54EA-8F67-5D83-4727224755A9}"/>
              </a:ext>
            </a:extLst>
          </p:cNvPr>
          <p:cNvCxnSpPr>
            <a:stCxn id="13" idx="2"/>
          </p:cNvCxnSpPr>
          <p:nvPr/>
        </p:nvCxnSpPr>
        <p:spPr>
          <a:xfrm flipH="1">
            <a:off x="3321864" y="1367815"/>
            <a:ext cx="1490245" cy="1322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59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jay</dc:creator>
  <cp:lastModifiedBy>hari jay</cp:lastModifiedBy>
  <cp:revision>4</cp:revision>
  <dcterms:created xsi:type="dcterms:W3CDTF">2024-04-08T20:35:24Z</dcterms:created>
  <dcterms:modified xsi:type="dcterms:W3CDTF">2024-04-08T20:45:54Z</dcterms:modified>
</cp:coreProperties>
</file>